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D9037-60CA-48B8-8893-4D255A072397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6DF6E-CD70-4A44-9155-B55EAAF06F2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386F6-E272-4C1F-BD47-D6988A3FD3FF}" type="datetimeFigureOut">
              <a:rPr lang="en-US" smtClean="0"/>
              <a:t>8/30/2016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6B7BE-624F-422B-A80E-8CEBA1E4F8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s.pitt.edu/fac/policies/academic-integrit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</a:t>
            </a:r>
            <a:r>
              <a:rPr lang="en-US" dirty="0" smtClean="0">
                <a:solidFill>
                  <a:schemeClr val="bg1"/>
                </a:solidFill>
              </a:rPr>
              <a:t>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204335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Introductions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Year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this course?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Random fact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685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 Note for CS and Other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Computing Majors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CS 0401 (Intermediate Programming in Java) is more likely to be suitable for you.  This course is geared towards non-majors.  Talk to your </a:t>
            </a:r>
            <a:r>
              <a:rPr lang="en-US" smtClean="0">
                <a:solidFill>
                  <a:schemeClr val="bg1"/>
                </a:solidFill>
              </a:rPr>
              <a:t>academic advisor.</a:t>
            </a:r>
            <a:endParaRPr 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Syllabus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Can be found on </a:t>
            </a:r>
            <a:r>
              <a:rPr lang="en-US" dirty="0" err="1" smtClean="0">
                <a:solidFill>
                  <a:schemeClr val="bg1"/>
                </a:solidFill>
              </a:rPr>
              <a:t>Courseweb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Teaching Style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Because this course is geared towards non-majors, the course will be taught in a human-language inspired manner.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However, students should recognize that human languages are fluid and bendable.  Programming languages (like Java) are not.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Programming Mindset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Imagine talking to your (possibly imaginary) non-cooperative little brother who claims to be following directions, but taking them as literally as possible.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This is what it is like programming a computer.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Regarding Collaboration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encourage all of you to collaborate and learn from each other by doing the homework.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The only requirement: please write at the top of your homework who you collaborated with.  Leaving this information out while continuing to collaborate constitutes cheating and is NOT PERMITTED.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Regarding Plagiarism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Plagiarism, which includes copying or using code from any source without my approval, is strictly prohibited.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First offense: A zero for the graded item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Second offense: A zero for the course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Academic Integrity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University’s official Academic Integrity Policy can be found here: </a:t>
            </a:r>
            <a:r>
              <a:rPr lang="en-US" dirty="0" smtClean="0">
                <a:solidFill>
                  <a:schemeClr val="bg1"/>
                </a:solidFill>
                <a:hlinkClick r:id="rId2"/>
              </a:rPr>
              <a:t>http://www.as.pitt.edu/fac/policies/academic-integrity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Header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For those of you that don't check your e-mail on a daily basis, you should start.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Questions should be asked as soon as you have one.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772536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Questions?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</Words>
  <Application>Microsoft Office PowerPoint</Application>
  <PresentationFormat>On-screen Show (4:3)</PresentationFormat>
  <Paragraphs>35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CS 0007: Introduction to Java Lecture 0</vt:lpstr>
      <vt:lpstr>Introductions</vt:lpstr>
      <vt:lpstr>A Note for CS and Other Computing Majors</vt:lpstr>
      <vt:lpstr>Syllabus</vt:lpstr>
      <vt:lpstr>Teaching Style</vt:lpstr>
      <vt:lpstr>The Programming Mindset</vt:lpstr>
      <vt:lpstr>Regarding Collaboration</vt:lpstr>
      <vt:lpstr>Regarding Plagiarism</vt:lpstr>
      <vt:lpstr>Academic Integrity</vt:lpstr>
      <vt:lpstr>Header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0</dc:title>
  <dc:creator>Eleonor Rico</dc:creator>
  <cp:lastModifiedBy>Eleonor Rico</cp:lastModifiedBy>
  <cp:revision>1</cp:revision>
  <dcterms:created xsi:type="dcterms:W3CDTF">2016-08-30T15:10:37Z</dcterms:created>
  <dcterms:modified xsi:type="dcterms:W3CDTF">2016-08-30T15:13:13Z</dcterms:modified>
</cp:coreProperties>
</file>