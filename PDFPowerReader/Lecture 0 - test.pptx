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74" r:id="rId3"/>
    <p:sldId id="258" r:id="rId4"/>
    <p:sldId id="259" r:id="rId5"/>
    <p:sldId id="260" r:id="rId6"/>
    <p:sldId id="267" r:id="rId7"/>
    <p:sldId id="268" r:id="rId8"/>
    <p:sldId id="269" r:id="rId9"/>
    <p:sldId id="270" r:id="rId10"/>
    <p:sldId id="271" r:id="rId11"/>
    <p:sldId id="272" r:id="rId12"/>
    <p:sldId id="27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17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BD9037-60CA-48B8-8893-4D255A072397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D6DF6E-CD70-4A44-9155-B55EAAF06F2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386F6-E272-4C1F-BD47-D6988A3FD3FF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s.pitt.edu/fac/policies/academic-integrity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CS 0007: Introduction to Java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Lecture 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</a:t>
            </a:r>
            <a:r>
              <a:rPr lang="en-US" dirty="0" err="1"/>
              <a:t>Ong</a:t>
            </a:r>
            <a:endParaRPr lang="en-US" dirty="0"/>
          </a:p>
          <a:p>
            <a:r>
              <a:rPr lang="en-US" dirty="0"/>
              <a:t>University of Pittsburgh</a:t>
            </a:r>
          </a:p>
        </p:txBody>
      </p:sp>
    </p:spTree>
    <p:extLst>
      <p:ext uri="{BB962C8B-B14F-4D97-AF65-F5344CB8AC3E}">
        <p14:creationId xmlns:p14="http://schemas.microsoft.com/office/powerpoint/2010/main" val="182043356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3DE8D-943D-1346-26B6-D2A99F774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This is a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08D65-A6E8-DAC9-79A0-0BAB668E3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This is a test for bold</a:t>
            </a:r>
          </a:p>
          <a:p>
            <a:r>
              <a:rPr lang="en-US" i="1" dirty="0">
                <a:solidFill>
                  <a:schemeClr val="bg1"/>
                </a:solidFill>
              </a:rPr>
              <a:t>This is a test for italics</a:t>
            </a:r>
          </a:p>
          <a:p>
            <a:r>
              <a:rPr lang="en-US" b="1" i="1" dirty="0">
                <a:solidFill>
                  <a:schemeClr val="bg1"/>
                </a:solidFill>
              </a:rPr>
              <a:t>This is a test for bold and italics</a:t>
            </a:r>
          </a:p>
          <a:p>
            <a:r>
              <a:rPr lang="en-US" u="sng" dirty="0">
                <a:solidFill>
                  <a:schemeClr val="bg1"/>
                </a:solidFill>
              </a:rPr>
              <a:t>This is a test for underline</a:t>
            </a:r>
          </a:p>
          <a:p>
            <a:r>
              <a:rPr lang="en-US" b="1" u="sng" dirty="0">
                <a:solidFill>
                  <a:schemeClr val="bg1"/>
                </a:solidFill>
              </a:rPr>
              <a:t>This is a test for bold and underline</a:t>
            </a:r>
          </a:p>
          <a:p>
            <a:r>
              <a:rPr lang="en-US" i="1" u="sng" dirty="0">
                <a:solidFill>
                  <a:schemeClr val="bg1"/>
                </a:solidFill>
              </a:rPr>
              <a:t>This is a test for italics and underline</a:t>
            </a:r>
          </a:p>
          <a:p>
            <a:r>
              <a:rPr lang="en-US" b="1" i="1" u="sng" dirty="0">
                <a:solidFill>
                  <a:schemeClr val="bg1"/>
                </a:solidFill>
              </a:rPr>
              <a:t>This is a test for bold, Italics, and Underline</a:t>
            </a:r>
          </a:p>
        </p:txBody>
      </p:sp>
    </p:spTree>
    <p:extLst>
      <p:ext uri="{BB962C8B-B14F-4D97-AF65-F5344CB8AC3E}">
        <p14:creationId xmlns:p14="http://schemas.microsoft.com/office/powerpoint/2010/main" val="1682147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Introductions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Name</a:t>
            </a:r>
          </a:p>
          <a:p>
            <a:r>
              <a:rPr lang="en-US" dirty="0">
                <a:solidFill>
                  <a:schemeClr val="bg1"/>
                </a:solidFill>
              </a:rPr>
              <a:t>Year</a:t>
            </a:r>
          </a:p>
          <a:p>
            <a:r>
              <a:rPr lang="en-US" dirty="0">
                <a:solidFill>
                  <a:schemeClr val="bg1"/>
                </a:solidFill>
              </a:rPr>
              <a:t>Why this course?</a:t>
            </a:r>
          </a:p>
          <a:p>
            <a:r>
              <a:rPr lang="en-US" dirty="0">
                <a:solidFill>
                  <a:schemeClr val="bg1"/>
                </a:solidFill>
              </a:rPr>
              <a:t>Random fact</a:t>
            </a:r>
          </a:p>
        </p:txBody>
      </p:sp>
    </p:spTree>
    <p:extLst>
      <p:ext uri="{BB962C8B-B14F-4D97-AF65-F5344CB8AC3E}">
        <p14:creationId xmlns:p14="http://schemas.microsoft.com/office/powerpoint/2010/main" val="165685568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 Note for CS and Other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Computing Majors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CS 0401 (Intermediate Programming in Java) is more likely to be suitable for you.  This course is geared towards non-majors.  Talk to your </a:t>
            </a:r>
            <a:r>
              <a:rPr lang="en-US">
                <a:solidFill>
                  <a:schemeClr val="bg1"/>
                </a:solidFill>
              </a:rPr>
              <a:t>academic advisor.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Can be found on </a:t>
            </a:r>
            <a:r>
              <a:rPr lang="en-US" dirty="0" err="1">
                <a:solidFill>
                  <a:schemeClr val="bg1"/>
                </a:solidFill>
              </a:rPr>
              <a:t>Courseweb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Teaching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Because this course is geared towards non-majors, the course will be taught in a human-language inspired manner.</a:t>
            </a:r>
          </a:p>
          <a:p>
            <a:r>
              <a:rPr lang="en-US" dirty="0">
                <a:solidFill>
                  <a:schemeClr val="bg1"/>
                </a:solidFill>
              </a:rPr>
              <a:t>However, students should recognize that human languages are fluid and bendable.  Programming languages (like Java) are not.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Programming 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Imagine talking to your (possibly imaginary) non-cooperative little brother who claims to be following directions, but taking them as literally as possible.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This is what it is like programming a computer.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Regarding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 encourage all of you to collaborate and learn from each other by doing the homework.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only requirement: please write at the top of your homework who you collaborated with.  Leaving this information out while continuing to collaborate constitutes cheating and is NOT PERMITTED.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Regarding Plagiarism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Plagiarism, which includes copying or using code from any source without my approval, is strictly prohibited.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First offense: A zero for the graded item</a:t>
            </a:r>
          </a:p>
          <a:p>
            <a:r>
              <a:rPr lang="en-US" dirty="0">
                <a:solidFill>
                  <a:schemeClr val="bg1"/>
                </a:solidFill>
              </a:rPr>
              <a:t>Second offense: A zero for the course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Academic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University’s official Academic Integrity Policy can be found here: </a:t>
            </a:r>
            <a:r>
              <a:rPr lang="en-US" dirty="0">
                <a:solidFill>
                  <a:schemeClr val="bg1"/>
                </a:solidFill>
                <a:hlinkClick r:id="rId2"/>
              </a:rPr>
              <a:t>http://www.as.pitt.edu/fac/policies/academic-integrity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For those of you that don't check your e-mail on a daily basis, you should start.</a:t>
            </a:r>
          </a:p>
          <a:p>
            <a:r>
              <a:rPr lang="en-US" dirty="0">
                <a:solidFill>
                  <a:schemeClr val="bg1"/>
                </a:solidFill>
              </a:rPr>
              <a:t>Questions should be asked as soon as you have one.</a:t>
            </a:r>
          </a:p>
        </p:txBody>
      </p:sp>
    </p:spTree>
    <p:extLst>
      <p:ext uri="{BB962C8B-B14F-4D97-AF65-F5344CB8AC3E}">
        <p14:creationId xmlns:p14="http://schemas.microsoft.com/office/powerpoint/2010/main" val="147725366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357</Words>
  <Application>Microsoft Office PowerPoint</Application>
  <PresentationFormat>On-screen Show (4:3)</PresentationFormat>
  <Paragraphs>43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CS 0007: Introduction to Java Lecture 0</vt:lpstr>
      <vt:lpstr>This is a test</vt:lpstr>
      <vt:lpstr>Introductions</vt:lpstr>
      <vt:lpstr>A Note for CS and Other Computing Majors</vt:lpstr>
      <vt:lpstr>Syllabus</vt:lpstr>
      <vt:lpstr>Teaching Style</vt:lpstr>
      <vt:lpstr>The Programming Mindset</vt:lpstr>
      <vt:lpstr>Regarding Collaboration</vt:lpstr>
      <vt:lpstr>Regarding Plagiarism</vt:lpstr>
      <vt:lpstr>Academic Integrity</vt:lpstr>
      <vt:lpstr>Header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0007: Introduction to Java Lecture 0</dc:title>
  <dc:creator>Eleonor Rico</dc:creator>
  <cp:lastModifiedBy>Mohid Mirza</cp:lastModifiedBy>
  <cp:revision>3</cp:revision>
  <dcterms:created xsi:type="dcterms:W3CDTF">2016-08-30T15:10:37Z</dcterms:created>
  <dcterms:modified xsi:type="dcterms:W3CDTF">2026-01-30T20:53:04Z</dcterms:modified>
</cp:coreProperties>
</file>